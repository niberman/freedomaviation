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524/zU6P9YSr1DAMYs/Wkx11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Freedom Aviation – Business Plan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Premium Aircraft Management &amp; Flight Instruction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Premium aircraft management + ATP-level instruction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Services: detailing, maintenance, consumables, instruction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Flexible membership tiers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Maximizes owner convenience and flight readiness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Market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Cirrus, Diamond, Cessna, and Piper owners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Fly 2–8 times per month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time, safety, and convenience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professionals, private pilots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Membership - Low Tier ($250/mo)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Full Detail/month, database updates, maintenance coordination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IPC &amp; BFR included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TKS/Oxygen/Oil available at additional cost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T-shirt included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Membership - Medium Tier ($500/mo)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Deep Cleans/month, staging, vacuum, trash removal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Quarterly top-offs (add-on)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IPC &amp; BFR included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T-shirt &amp; golf polo included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Membership - High Tier ($750/mo)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Unlimited cleans, staging, maintenance support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Unlimited TKS/Oxygen/Oil, 1hr ground + 1hr flight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detail add-on available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T-shirt, polo, quarter zip included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Hangar Add-On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$1,000–$2,000/month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hangar access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storage and detailing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Waitlist: 5 aircraft required to open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&amp; Services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$100/hr ATP-CFII instruction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Mountain, Intl, Ferrying, Interview Prep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 checkrides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One-time services: detailing, bug wash, O2/TKS fill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Differentiators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One-stop shop for aircraft care &amp; instruction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ATP-rated CFII instructors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Freedom 4th Monthly Proficiency Club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Concierge Add-On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Referral Program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free month per successful referral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Unlimited referrals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 Strategy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Centennial (APA) airport networking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Partnerships with FBOs, schools, shops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Branded apparel by tier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media: before/after content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Fly-ins, shows, events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