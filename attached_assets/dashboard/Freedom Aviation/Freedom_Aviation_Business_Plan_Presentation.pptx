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Freedom Aviation – Business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Aircraft Management &amp; Flight Instruction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Premium aircraft management + ATP-level instruction</a:t>
            </a:r>
          </a:p>
          <a:p>
            <a:r>
              <a:t>Services: detailing, maintenance, consumables, instruction</a:t>
            </a:r>
          </a:p>
          <a:p>
            <a:r>
              <a:t>Flexible membership tiers</a:t>
            </a:r>
          </a:p>
          <a:p>
            <a:r>
              <a:t>Maximizes owner convenience and flight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Cirrus, Diamond, Cessna, and Piper owners</a:t>
            </a:r>
          </a:p>
          <a:p>
            <a:r>
              <a:t>Fly 2–8 times per month</a:t>
            </a:r>
          </a:p>
          <a:p>
            <a:r>
              <a:t>Value time, safety, and convenience</a:t>
            </a:r>
          </a:p>
          <a:p>
            <a:r>
              <a:t>Business professionals, private pilots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- Low Tier ($250/mo)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Full Detail/month, database updates, maintenance coordination</a:t>
            </a:r>
          </a:p>
          <a:p>
            <a:r>
              <a:t>IPC &amp; BFR included</a:t>
            </a:r>
          </a:p>
          <a:p>
            <a:r>
              <a:t>TKS/Oxygen/Oil available at additional cost</a:t>
            </a:r>
          </a:p>
          <a:p>
            <a:r>
              <a:t>T-shirt 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- Medium Tier ($500/mo)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Deep Cleans/month, staging, vacuum, trash removal</a:t>
            </a:r>
          </a:p>
          <a:p>
            <a:r>
              <a:t>Quarterly top-offs (add-on)</a:t>
            </a:r>
          </a:p>
          <a:p>
            <a:r>
              <a:t>IPC &amp; BFR included</a:t>
            </a:r>
          </a:p>
          <a:p>
            <a:r>
              <a:t>T-shirt &amp; golf polo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- High Tier ($750/mo)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Unlimited cleans, staging, maintenance support</a:t>
            </a:r>
          </a:p>
          <a:p>
            <a:r>
              <a:t>Unlimited TKS/Oxygen/Oil, 1hr ground + 1hr flight</a:t>
            </a:r>
          </a:p>
          <a:p>
            <a:r>
              <a:t>Vehicle detail add-on available</a:t>
            </a:r>
          </a:p>
          <a:p>
            <a:r>
              <a:t>T-shirt, polo, quarter zip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Hangar Add-On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$1,000–$2,000/month</a:t>
            </a:r>
          </a:p>
          <a:p>
            <a:r>
              <a:t>Private hangar access</a:t>
            </a:r>
          </a:p>
          <a:p>
            <a:r>
              <a:t>Vehicle storage and detailing</a:t>
            </a:r>
          </a:p>
          <a:p>
            <a:r>
              <a:t>Waitlist: 5 aircraft required to open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&amp;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$100/hr ATP-CFII instruction</a:t>
            </a:r>
          </a:p>
          <a:p>
            <a:r>
              <a:t>Mountain, Intl, Ferrying, Interview Prep</a:t>
            </a:r>
          </a:p>
          <a:p>
            <a:r>
              <a:t>Mock checkrides</a:t>
            </a:r>
          </a:p>
          <a:p>
            <a:r>
              <a:t>One-time services: detailing, bug wash, O2/TKS fill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One-stop shop for aircraft care &amp; instruction</a:t>
            </a:r>
          </a:p>
          <a:p>
            <a:r>
              <a:t>ATP-rated CFII instructors</a:t>
            </a:r>
          </a:p>
          <a:p>
            <a:r>
              <a:t>Freedom 4th Monthly Proficiency Club</a:t>
            </a:r>
          </a:p>
          <a:p>
            <a:r>
              <a:t>Concierge Add-On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Referral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free month per successful referral</a:t>
            </a:r>
          </a:p>
          <a:p>
            <a:r>
              <a:t>Unlimited referrals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Centennial (APA) airport networking</a:t>
            </a:r>
          </a:p>
          <a:p>
            <a:r>
              <a:t>Partnerships with FBOs, schools, shops</a:t>
            </a:r>
          </a:p>
          <a:p>
            <a:r>
              <a:t>Branded apparel by tier</a:t>
            </a:r>
          </a:p>
          <a:p>
            <a:r>
              <a:t>Social media: before/after content</a:t>
            </a:r>
          </a:p>
          <a:p>
            <a:r>
              <a:t>Fly-ins, shows,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